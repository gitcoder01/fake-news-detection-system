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DESIGN AND IMPLEMENTATION OF A REAL-TIME FAKE NEWS DETECTION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Ahmad Alhaji Ali — FCP/CSE/22/1005</a:t>
            </a:r>
          </a:p>
          <a:p>
            <a:r>
              <a:t>Department of Software Engineering | Federal University Dutse</a:t>
            </a:r>
          </a:p>
          <a:p>
            <a:r>
              <a:t>Supervisor: Mallam Umar Saminu Muhammad • Internal Oral Defence • 2025/2026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Introduction / 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Context: The digital age and social media have democratized information sharing, enabling the rapid spread of misinformation.</a:t>
            </a:r>
          </a:p>
          <a:p>
            <a:r>
              <a:t>• Importance: False content circulates faster than truth, threatening democratic processes and public health.</a:t>
            </a:r>
          </a:p>
          <a:p>
            <a:r>
              <a:t>• Current Situation: Traditional fact-checking (e.g., Dubawa) is accurate but inherently manual and reactive.</a:t>
            </a:r>
          </a:p>
          <a:p>
            <a:r>
              <a:t>• Technological Solution: Machine learning and NLP allow for automated text classification based on learned linguistic patterns.</a:t>
            </a:r>
          </a:p>
          <a:p>
            <a:r>
              <a:t>• Motivation: A critical need exists for an automated tool that flags false content in real-time, at the exact moment a reader encounters 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Problem 1: Existing standalone web applications require users to manually copy and paste text or URLs (workflow disruption).</a:t>
            </a:r>
          </a:p>
          <a:p>
            <a:r>
              <a:t>• Problem 2: Many automated tools act as a 'black-box,' providing a binary label without explaining the linguistic rationale.</a:t>
            </a:r>
          </a:p>
          <a:p>
            <a:r>
              <a:t>• Problem 3: Lack of transparency means users have little context or reason to trust the automated credibility scores.</a:t>
            </a:r>
          </a:p>
          <a:p>
            <a:r>
              <a:t>• Problem 4: High-accuracy models (e.g., Deep Learning) are rarely packaged into lightweight tools for ordinary readers.</a:t>
            </a:r>
          </a:p>
          <a:p>
            <a:r>
              <a:t>• Problem 5: A real-time, explainable solution is required to intercept misinformation directly within the browser ecosystem.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Aim and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AIM:</a:t>
            </a:r>
          </a:p>
          <a:p>
            <a:r>
              <a:t>To design and implement a real-time Google Chrome browser extension that detects fake news and provides explainable classifications using TF-IDF, SVM, and LIME.</a:t>
            </a:r>
          </a:p>
          <a:p/>
          <a:p>
            <a:r>
              <a:t>OBJECTIVES:</a:t>
            </a:r>
          </a:p>
          <a:p>
            <a:r>
              <a:t>• To review existing literature on fake news detection techniques and prepare the ISOT Fake News Dataset.</a:t>
            </a:r>
          </a:p>
          <a:p>
            <a:r>
              <a:t>• To design and train a TF-IDF + SVM classification model and integrate LIME for word-level explanations.</a:t>
            </a:r>
          </a:p>
          <a:p>
            <a:r>
              <a:t>• To develop a Flask REST API and a Chrome browser extension (Manifest V3) for real-time credibility assessments.</a:t>
            </a:r>
          </a:p>
          <a:p>
            <a:r>
              <a:t>• To evaluate the system using standard metrics and perform live testing on international and Nigerian news websites.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Related Works — Literature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Karim et al. (2025): Used SVM + TF-IDF. Found SVM achieved highly competitive accuracy (99.6%+) but lacked an individual-prediction explainability component.</a:t>
            </a:r>
          </a:p>
          <a:p>
            <a:r>
              <a:t>• Hameed &amp; Wasim (2025): Used LIME with BERT/RoBERTa. Found LIME provides justifications, enhancing user trust, but transformer models are computationally heavy.</a:t>
            </a:r>
          </a:p>
          <a:p>
            <a:r>
              <a:t>• Miao et al. (2023): Developed 'Factorial!' Chrome extension to help readers stay aware, but lacked LIME-based, word-level explanations.</a:t>
            </a:r>
          </a:p>
          <a:p>
            <a:r>
              <a:t>• Otor et al. (2023): Analyzed Nigerian fake-news dataset with CNN/RNN models. Found models can learn local contexts, but were not packaged as a deployed detection tool.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Research Gap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Existing approaches: High-accuracy classifiers are rarely deployed as tools an ordinary reader can use without manual copy-pasting.</a:t>
            </a:r>
          </a:p>
          <a:p>
            <a:r>
              <a:t>• Missing feature: Current browser tools often rely on human-curated publisher ratings rather than automated, per-article machine learning analysis.</a:t>
            </a:r>
          </a:p>
          <a:p>
            <a:r>
              <a:t>• Limitations: Explainability research (SHAP/LIME) is typically evaluated for technical consistency rather than packaged into an end-user-facing interface.</a:t>
            </a:r>
          </a:p>
          <a:p>
            <a:r>
              <a:t>• Specific context: Limited evidence combines a lightweight model (TF-IDF + SVM) with LIME in a deployed, real-time tool tested against Nigerian news.</a:t>
            </a:r>
          </a:p>
          <a:p>
            <a:r>
              <a:t>• Proposed Solution: Embedding a lightweight SVM with LIME explanations directly inside a real-time browsing experience.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REQUIREMENTS → DESIGN → DEVELOPMENT → TESTING → EVALUATION → DEPLOYMENT</a:t>
            </a:r>
          </a:p>
          <a:p/>
          <a:p>
            <a:r>
              <a:t>• Selected methodology: Design Science Research (DSR).</a:t>
            </a:r>
          </a:p>
          <a:p>
            <a:r>
              <a:t>• Data collection: Secondary Source (ISOT Fake News Dataset).</a:t>
            </a:r>
          </a:p>
          <a:p>
            <a:r>
              <a:t>• Justification: DSR is appropriate because the primary outcome is a working software artefact designed to address a practical problem, rather than just testing a theory.</a:t>
            </a:r>
          </a:p>
          <a:p>
            <a:r>
              <a:t>• Tools &amp; Techniques: TF-IDF for numerical feature extraction, Random Undersampling for class balancing (42,834 articles), and Local Interpretable Model-agnostic Explanations (LIME) for transparency.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Implementation / System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SYSTEM ARCHITECTURE:</a:t>
            </a:r>
          </a:p>
          <a:p>
            <a:r>
              <a:t>User (Webpage) → Chrome Extension (Frontend) → Flask REST API (Business Logic) → SVM Pipeline (ML Processing) → JSON Response (Output)</a:t>
            </a:r>
          </a:p>
          <a:p/>
          <a:p>
            <a:r>
              <a:t>Key Interaction (Sequence Flow):</a:t>
            </a:r>
          </a:p>
          <a:p>
            <a:r>
              <a:t>1. The user clicks 'Analyze Current Page'.</a:t>
            </a:r>
          </a:p>
          <a:p>
            <a:r>
              <a:t>2. content.js extracts the active article text.</a:t>
            </a:r>
          </a:p>
          <a:p>
            <a:r>
              <a:t>3. Text is passed via POST request to the Flask API.</a:t>
            </a:r>
          </a:p>
          <a:p>
            <a:r>
              <a:t>4. Text is cleaned, vectorized, and classified by the Calibrated SVM.</a:t>
            </a:r>
          </a:p>
          <a:p>
            <a:r>
              <a:t>5. LIME generates local word weights.</a:t>
            </a:r>
          </a:p>
          <a:p>
            <a:r>
              <a:t>6. Results render on the popup UI.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Frontend: HTML, CSS, JavaScript (Manifest V3)</a:t>
            </a:r>
          </a:p>
          <a:p>
            <a:r>
              <a:t>• Backend: Python (Flask REST API)</a:t>
            </a:r>
          </a:p>
          <a:p>
            <a:r>
              <a:t>• Database/Storage: Serialized ML models (.pkl via Joblib)</a:t>
            </a:r>
          </a:p>
          <a:p>
            <a:r>
              <a:t>• Framework / Tools: Scikit-learn, LIME, Pandas, NumPy</a:t>
            </a:r>
          </a:p>
          <a:p/>
          <a:p>
            <a:r>
              <a:t>(Speaker Note: Include screenshots of the Chrome Extension popup interface on this slide during the presentation.)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 Results and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Model Accuracy (Held-out Test Set): 99.78% (on 8,562 articles)</a:t>
            </a:r>
          </a:p>
          <a:p>
            <a:r>
              <a:t>• Response Target: Approx. &lt; 2 seconds (Network dependent)</a:t>
            </a:r>
          </a:p>
          <a:p>
            <a:r>
              <a:t>• Real-World Test Cases: 17 external articles from 7 publishers</a:t>
            </a:r>
          </a:p>
          <a:p>
            <a:r>
              <a:t>• Explainability Integration: 100% of predictions accompanied by 10 LIME words</a:t>
            </a:r>
          </a:p>
          <a:p/>
          <a:p>
            <a:r>
              <a:t>Discussion: While benchmark accuracy was exceptional (99.78%), real-world testing on contemporary publishers (like BBC and Yabaleftonline) showed varying confidence levels due to linguistic domain shifts, proving the necessity of the LIME explainability feature.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11. Comparative Analysis with Existing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Point-of-Reading Analysis: Manual (No) | Web Apps (No) | Proposed (Yes)</a:t>
            </a:r>
          </a:p>
          <a:p>
            <a:r>
              <a:t>• Automated Text Extraction: Manual (No) | Web Apps (No) | Proposed (Yes)</a:t>
            </a:r>
          </a:p>
          <a:p>
            <a:r>
              <a:t>• Word-Level Explainability: Manual (Yes, human) | Web Apps (No) | Proposed (Yes, LIME)</a:t>
            </a:r>
          </a:p>
          <a:p>
            <a:r>
              <a:t>• Automation: Manual (None) | Web Apps (Moderate) | Proposed (High)</a:t>
            </a:r>
          </a:p>
          <a:p>
            <a:r>
              <a:t>• Performance (Speed): Manual (Hours/Days) | Web Apps (Manual copy) | Proposed (Real-time &lt; 2s)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12. Alignment of Findings with Research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Objective 1: Review literature &amp; prepare data. -&gt; Achieved (ISOT dataset of 42,834 articles loaded, balanced via undersampling, and split).</a:t>
            </a:r>
          </a:p>
          <a:p>
            <a:r>
              <a:t>• Objective 2: Train TF-IDF + SVM with LIME. -&gt; Achieved (Calibrated Linear SVM trained; LIME explainer integrated into pipeline).</a:t>
            </a:r>
          </a:p>
          <a:p>
            <a:r>
              <a:t>• Objective 3: Develop API &amp; Extension. -&gt; Achieved (Flask /predict endpoint and Manifest V3 extension built and integrated successfully).</a:t>
            </a:r>
          </a:p>
          <a:p>
            <a:r>
              <a:t>• Objective 4: Evaluate &amp; perform live testing. -&gt; Achieved (Evaluated metrics at 99.78% accuracy; tested on 17 live articles including Daily Trust and Yabaleftonline).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13.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The project investigated the rapid spread of misinformation and fake news in the digital ecosystem.</a:t>
            </a:r>
          </a:p>
          <a:p>
            <a:r>
              <a:t>• The major problem identified was the lack of real-time, point-of-reading tools that provide explainable AI justifications.</a:t>
            </a:r>
          </a:p>
          <a:p>
            <a:r>
              <a:t>• A software solution was designed using a client-server architecture and the Design Science Research methodology.</a:t>
            </a:r>
          </a:p>
          <a:p>
            <a:r>
              <a:t>• The system was implemented with a Python/Flask machine learning backend and a JavaScript Chrome Extension frontend.</a:t>
            </a:r>
          </a:p>
          <a:p>
            <a:r>
              <a:t>• Testing produced a 99.78% benchmark accuracy and successfully flagged unverified tabloid content (e.g., Yabaleftonline) in the wild.</a:t>
            </a:r>
          </a:p>
          <a:p>
            <a:r>
              <a:t>• The developed system addressed the 'black-box' AI problem by ensuring every prediction includes local LIME word weights.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14.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The project successfully addressed the need for real-time fake news detection within the browser environment.</a:t>
            </a:r>
          </a:p>
          <a:p>
            <a:r>
              <a:t>• The proposed system was designed and implemented using highly efficient classical machine learning (TF-IDF + SVM) rather than resource-heavy deep learning.</a:t>
            </a:r>
          </a:p>
          <a:p>
            <a:r>
              <a:t>• Testing provided evidence that the system performs exceptionally well on benchmark data, while live observations confirmed its operational capability on external publishers.</a:t>
            </a:r>
          </a:p>
          <a:p>
            <a:r>
              <a:t>• The findings demonstrate that all four project objectives were fully achieved.</a:t>
            </a:r>
          </a:p>
          <a:p>
            <a:r>
              <a:t>• The system proves that providing users with an explainable, transparent AI interface enhances their ability to critically evaluate credibility signals.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15.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Localisation: Train models on localized Nigerian news corpora to handle data distribution shifts and domain vocabulary.</a:t>
            </a:r>
          </a:p>
          <a:p>
            <a:r>
              <a:t>• Indigenous Language Support: Extend NLP techniques to support Hausa, Yoruba, Igbo, and Nigerian Pidgin.</a:t>
            </a:r>
          </a:p>
          <a:p>
            <a:r>
              <a:t>• Multimodal Detection: Integrate computer vision and audio analysis to evaluate the authenticity of deepfake images and videos.</a:t>
            </a:r>
          </a:p>
          <a:p>
            <a:r>
              <a:t>• Cross-Platform Expansion: Extend the extension to non-Chromium browsers (Firefox, Safari) and mobile platforms.</a:t>
            </a:r>
          </a:p>
          <a:p>
            <a:r>
              <a:t>• Fact-Checking Integration: Integrate live API calls to verified databases (like Dubawa) to cross-reference extracted claims.</a:t>
            </a:r>
          </a:p>
          <a:p>
            <a:r>
              <a:t>• Formal Benchmarking: Future researchers should conduct formal usability studies utilizing Human-Computer Interaction frameworks.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16. 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 &amp; Answers</a:t>
            </a:r>
          </a:p>
          <a:p/>
          <a:p>
            <a:r>
              <a:t>Ahmad Alhaji Ali • FCP/CSE/22/1005</a:t>
            </a:r>
          </a:p>
          <a:p>
            <a:r>
              <a:t>Supervisor: Mallam Umar Saminu Muhammad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